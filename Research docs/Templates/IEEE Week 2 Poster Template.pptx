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9AA0A6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" roundtripDataSignature="AMtx7mhVh+Fg4ocRMZsd4OGRR0WQ0wdK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912" y="8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3074503" y="829023"/>
            <a:ext cx="9030900" cy="12933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entury"/>
                <a:ea typeface="Century"/>
                <a:cs typeface="Century"/>
                <a:sym typeface="Century"/>
              </a:rPr>
              <a:t>DEPARTMENT OF COMPUTER SCIENCE &amp; ENGINEERING</a:t>
            </a:r>
            <a:endParaRPr sz="1800" b="0" i="0" u="none" strike="noStrike" cap="none" dirty="0">
              <a:solidFill>
                <a:schemeClr val="lt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1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MOOD RECOGNITION</a:t>
            </a:r>
            <a:endParaRPr sz="2800" b="0" i="1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based methodology to predict emotion using facial expressions</a:t>
            </a:r>
            <a:endParaRPr sz="13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Sanika </a:t>
            </a:r>
            <a:r>
              <a:rPr lang="en-US" sz="1800" b="0" i="1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purbuj</a:t>
            </a:r>
            <a:r>
              <a:rPr lang="en-US" sz="1800" b="0" i="1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Mrunal Tukan, Darshika Rathod,  Palak Kulshrestha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53573" y="1435502"/>
            <a:ext cx="2869500" cy="5541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Faculty Guide: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Anupama Budhewar</a:t>
            </a:r>
            <a:endParaRPr sz="17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3013334" y="-393524"/>
            <a:ext cx="4927697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Architecture/ Diagram: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074504" y="170085"/>
            <a:ext cx="7420624" cy="584775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323F4F"/>
                </a:solidFill>
                <a:latin typeface="Century"/>
                <a:ea typeface="Century"/>
                <a:cs typeface="Century"/>
                <a:sym typeface="Century"/>
              </a:rPr>
              <a:t>IEEE Summer Research Internship </a:t>
            </a:r>
            <a:endParaRPr sz="3200" b="0" i="0" u="none" strike="noStrike" cap="none" dirty="0">
              <a:solidFill>
                <a:srgbClr val="323F4F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-3345986" y="2629235"/>
            <a:ext cx="2869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52400" y="5066875"/>
            <a:ext cx="4403100" cy="19032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1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farmer </a:t>
            </a:r>
            <a:r>
              <a:rPr lang="en-US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is a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backbone of nation for raising food or raw need of human being, </a:t>
            </a:r>
            <a:r>
              <a:rPr lang="en-US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who needs</a:t>
            </a: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technical support to overcome traditional planning for crop, unpredictable weather and market conditions and awareness of government policies </a:t>
            </a:r>
            <a:r>
              <a:rPr lang="en-US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because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they are not having guaranteed returns due to which they are failing to plan good life.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668825" y="5256752"/>
            <a:ext cx="4006200" cy="1208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 sz="1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Multiciliated system will help farmers to register and help them to plan crops, share resources, avail loans, vendor and market facility along with weather prediction.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8674925" y="5108249"/>
            <a:ext cx="3256500" cy="1505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Scope and Feasibility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Modulesl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analysis and approach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Loan and government schemes integration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Resource plannings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of all modules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0565338" y="180102"/>
            <a:ext cx="1556400" cy="5850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: TYCORE1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Id: 09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8825" y="2274725"/>
            <a:ext cx="4006100" cy="2829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221750"/>
            <a:ext cx="4403099" cy="28296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8675025" y="22747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Block Diagram</a:t>
            </a:r>
            <a:endParaRPr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17467145-A885-F75A-5EF3-44F897650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42" y="132520"/>
            <a:ext cx="2674882" cy="1281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162</Words>
  <Application>Microsoft Office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Century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Abhishek Dhore</cp:lastModifiedBy>
  <cp:revision>2</cp:revision>
  <dcterms:modified xsi:type="dcterms:W3CDTF">2026-06-09T05:56:42Z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5487c9-99ed-4cbc-93a8-0e9b1796bde5_Enabled">
    <vt:lpwstr>true</vt:lpwstr>
  </property>
  <property fmtid="{D5CDD505-2E9C-101B-9397-08002B2CF9AE}" pid="3" name="MSIP_Label_e65487c9-99ed-4cbc-93a8-0e9b1796bde5_SetDate">
    <vt:lpwstr>2023-08-22T15:55:58Z</vt:lpwstr>
  </property>
  <property fmtid="{D5CDD505-2E9C-101B-9397-08002B2CF9AE}" pid="4" name="MSIP_Label_e65487c9-99ed-4cbc-93a8-0e9b1796bde5_Method">
    <vt:lpwstr>Standard</vt:lpwstr>
  </property>
  <property fmtid="{D5CDD505-2E9C-101B-9397-08002B2CF9AE}" pid="5" name="MSIP_Label_e65487c9-99ed-4cbc-93a8-0e9b1796bde5_Name">
    <vt:lpwstr>defa4170-0d19-0005-0004-bc88714345d2</vt:lpwstr>
  </property>
  <property fmtid="{D5CDD505-2E9C-101B-9397-08002B2CF9AE}" pid="6" name="MSIP_Label_e65487c9-99ed-4cbc-93a8-0e9b1796bde5_SiteId">
    <vt:lpwstr>03cb5f0c-1f82-4993-9621-36330f6309ec</vt:lpwstr>
  </property>
  <property fmtid="{D5CDD505-2E9C-101B-9397-08002B2CF9AE}" pid="7" name="MSIP_Label_e65487c9-99ed-4cbc-93a8-0e9b1796bde5_ActionId">
    <vt:lpwstr>a9f9e4d2-07a5-4c01-b96a-2377cca3dabb</vt:lpwstr>
  </property>
  <property fmtid="{D5CDD505-2E9C-101B-9397-08002B2CF9AE}" pid="8" name="MSIP_Label_e65487c9-99ed-4cbc-93a8-0e9b1796bde5_ContentBits">
    <vt:lpwstr>0</vt:lpwstr>
  </property>
</Properties>
</file>